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When to Use What?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PROMPT</a:t>
            </a:r>
          </a:p>
          <a:p>
            <a:r>
              <a:t>- One-time question or task</a:t>
            </a:r>
          </a:p>
          <a:p>
            <a:r>
              <a:t>- Scope: Single request</a:t>
            </a:r>
          </a:p>
          <a:p>
            <a:r>
              <a:t>- Memory: None</a:t>
            </a:r>
          </a:p>
          <a:p>
            <a:r>
              <a:t>- Example: Write a Java method to validate email</a:t>
            </a:r>
          </a:p>
          <a:p/>
          <a:p>
            <a:r>
              <a:t>INSTRUCTIONS</a:t>
            </a:r>
          </a:p>
          <a:p>
            <a:r>
              <a:t>- Consistent behavior every time</a:t>
            </a:r>
          </a:p>
          <a:p>
            <a:r>
              <a:t>- Scope: Project / session</a:t>
            </a:r>
          </a:p>
          <a:p>
            <a:r>
              <a:t>- Memory: Persistent</a:t>
            </a:r>
          </a:p>
          <a:p>
            <a:r>
              <a:t>- Example: Always write JUnit 5 tests with Mockito and 80% coverage</a:t>
            </a:r>
          </a:p>
          <a:p/>
          <a:p>
            <a:r>
              <a:t>AGENT</a:t>
            </a:r>
          </a:p>
          <a:p>
            <a:r>
              <a:t>- Multi-step or repetitive workflow</a:t>
            </a:r>
          </a:p>
          <a:p>
            <a:r>
              <a:t>- Scope: End-to-end task</a:t>
            </a:r>
          </a:p>
          <a:p>
            <a:r>
              <a:t>- Memory: Task-aware</a:t>
            </a:r>
          </a:p>
          <a:p>
            <a:r>
              <a:t>- Example: Generate unit tests for all files with low Sonar coverage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Decision Rule (Simple)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Ask once → PROMPT</a:t>
            </a:r>
          </a:p>
          <a:p>
            <a:r>
              <a:t>Ask repeatedly → INSTRUCTIONS</a:t>
            </a:r>
          </a:p>
          <a:p>
            <a:r>
              <a:t>Delegate work → AGENT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Analogy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Prompt → Asking a quick question</a:t>
            </a:r>
          </a:p>
          <a:p>
            <a:r>
              <a:t>Instructions → House rules</a:t>
            </a:r>
          </a:p>
          <a:p>
            <a:r>
              <a:t>Agent → Assigning work to a junior engineer</a:t>
            </a:r>
          </a:p>
          <a:p/>
          <a:p>
            <a:r>
              <a:t>Takeaway:</a:t>
            </a:r>
          </a:p>
          <a:p>
            <a:r>
              <a:t>Prompt = Now | Instructions = Always | Agent = Handle 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